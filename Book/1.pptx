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71" r:id="rId10"/>
    <p:sldId id="272" r:id="rId11"/>
    <p:sldId id="269" r:id="rId12"/>
    <p:sldId id="274" r:id="rId13"/>
    <p:sldId id="275" r:id="rId14"/>
    <p:sldId id="276" r:id="rId15"/>
    <p:sldId id="277" r:id="rId16"/>
    <p:sldId id="279" r:id="rId17"/>
    <p:sldId id="278" r:id="rId18"/>
    <p:sldId id="28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04254-2F3C-073F-F5FF-1510AA2A6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E8E8FC-1AF6-C6D6-C8EE-9F5D21CBD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DAE62-DBF2-09BD-1485-58730D52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90FFA-A565-DBCB-9B11-9880B287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FED66-24AC-C173-FDDF-1E982598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39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55D11-656D-633C-0732-D46E7B02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987AA-657C-8B81-3E53-E5F348C41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F60C40-D0FB-22FC-201A-20047582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7CCFA4-227A-7A17-4F0C-BEF8B32A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86E67-29F1-3315-E787-B6129B67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27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C484A-2EA6-513A-2971-10A892E0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417A5-0212-539D-660C-80B1B74E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736E1E-D4EF-9E20-0411-E4BF526E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9EC86-75D7-7C45-74FC-C99A2C9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58797-B908-6CFD-4D5B-374BB4DE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24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5EC32-E5CB-4623-5957-B3CE8B77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728E2-4AEB-42B8-161B-D0B52C6C6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92D61E-83C3-5D4A-9CCB-0A8D29F47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72DA08-149B-5F7C-21CF-4BFD1B51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7DBC5-CFE0-18BB-16D3-5C4008B4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58783-E82A-8D2B-7954-A7B289D0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0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5FD7B-ADC8-95BC-7DAF-7CC79C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6E4A0B-7AB9-5B77-EA8B-89C05F92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AA351D-A6C5-3C8C-CA1E-1CF3E641B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A2F1B6-5B73-0139-D70B-F4FC355CF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FFE127-B458-CF49-F766-13DC3A39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B37C55-A561-7AC3-CE85-DAA8A27B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8822A-B4AB-5A46-933E-E9213F41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A95A6A-2370-8F9A-8DB3-99E866E9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04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2F2F4-0DE4-8F3F-E20C-D5BFE315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17D87A-E4C8-CD24-41C9-C239B7C1C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9D29F6-0907-045C-CAE4-3907EBC3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DA1AE5-6E97-7762-CB66-91A9B437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91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87F7CE-7E87-2EAF-B79C-AD99CD58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F953A7-4DBD-A2C8-A9FA-907B16E8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F2783-0A7C-1C07-1C3B-3AE63726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35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80EC0-5011-A523-5AF3-0B2B3FEC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2CC27D-1739-B7D1-1558-46CE99420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BFBA18-E544-72AA-4083-292BB6C73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2BBCD2-8315-5EEA-4D19-A0112989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254DBA-900F-389A-4385-3A466FD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5A9F7-4C0A-3F8D-F863-73B96EDF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81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742A6-4374-BD4D-E526-3DFE11C1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7ABDD4-161E-E9B1-9478-A82837E46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928292-4D65-DF53-F778-760D53CBD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5832CA-B536-FD25-E797-2368D021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850A59-89A6-E577-2D33-89709E8A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C7F8BE-63FC-EADE-D7B2-3A625BC5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47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CA5FC-F72C-B331-DCDC-6EE38955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9AE9D8-AF54-B922-D5F9-43A29CFCD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B4B4F4-FF1D-72DF-264C-970BAAB54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B52CB-488C-5308-8332-DF27A6A4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4AE24-96C9-BF88-C34F-D9D49FE7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94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617604-89F1-DC4E-DAA5-7C8B9AA5F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3BABED-C972-B72F-03CC-B71F1E6CA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D83E8-A037-BF05-C03A-8BD485C0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6EEF0-72C7-63B1-E7BA-A9856ED1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CB575F-BB2D-5180-2E79-522A9364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90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9702BE-E5E8-4B35-A40C-89D6770E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46EC09-6B13-B0E6-4178-1AF315684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9A90C4-232D-6E9B-3745-70CCB0634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13C1E-5C95-41F8-9BA7-3341236A6BF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DE388-232A-FF14-2963-99B332B6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7FA50-D003-B2EC-45FF-7A22BB769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48173-97C2-4E6A-B5C7-D3859FFF9A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10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A056C5-D993-7DAE-2A92-1B5D9822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8899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892C54-89AB-0882-1900-E8BDC9E7D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2" y="2493482"/>
            <a:ext cx="3733467" cy="40198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40D4507-7BFD-7F14-2FCC-E5A5FEB8F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974" y="2493482"/>
            <a:ext cx="8429976" cy="18213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E1FA43-439F-741E-AECD-3E8E6F7A3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547" y="4503403"/>
            <a:ext cx="8450351" cy="167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2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BB48D44-70AD-FC6D-7D97-E505FD00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74"/>
            <a:ext cx="12192000" cy="18403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ACBEFF-DF95-302F-78B3-68A39FDA7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24" y="2724150"/>
            <a:ext cx="3751938" cy="31666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03DA5BC-7F94-8EAA-8566-00BD21F5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37" y="2596919"/>
            <a:ext cx="8385615" cy="19466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142EBC-13E9-284B-AA37-E6BCC4D22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375" y="4695452"/>
            <a:ext cx="8410575" cy="194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5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8A64-909A-EC4E-C266-9329F5FD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E2952A8-6890-4043-BBEB-9D79993C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8489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67670EA-03F0-CA2A-A3AA-F1420549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820" y="2604853"/>
            <a:ext cx="3505689" cy="336279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128E44-C7BF-07AC-B7CF-1090623B4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25" y="2465481"/>
            <a:ext cx="8448675" cy="19270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9E59CA-9CD5-D11D-0C1B-F92B82EA8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24" y="4587186"/>
            <a:ext cx="8448675" cy="188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2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0C88-4270-11F0-7598-2C278C3F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36276E-72C9-E3C7-C794-F417AC4D6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4009847"/>
            <a:ext cx="9640645" cy="25530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8CA009A-F3DF-3BA6-FC47-F7436D8CD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77" y="285052"/>
            <a:ext cx="9621593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9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1A41-CAA5-32AD-CE07-2423742E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D0F4D5E-06D4-E2D7-3046-C16030AD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328180"/>
            <a:ext cx="9640645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9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0AE4-FC34-1CE9-F612-7726BF00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D365DDB-3F56-5D31-58F2-38AC5FE54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61" y="409153"/>
            <a:ext cx="9869277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3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8F071F9-1EF1-55EC-1D31-858F2B61B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956917"/>
            <a:ext cx="9602540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0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27A3-10B7-02A4-20DE-65B136E5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1406F28-4EE9-C82F-CF35-EDB42E19D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1066470"/>
            <a:ext cx="9612066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15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3C03-EB61-0D33-F068-3964E242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E3B087-174A-A105-0AA0-51D3778E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64" y="1499918"/>
            <a:ext cx="5706271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6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A1A8-4A5B-C2E3-CE16-9B8D3440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14C39B9-5C3D-948D-19DB-5E208995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48" y="1747603"/>
            <a:ext cx="5753903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08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79C64-2DED-26F3-87F4-288FBC2F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AA1FBCB-ADC0-384F-F669-4D9175D4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285" y="985496"/>
            <a:ext cx="5763429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8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3E0F-54C7-02C6-4638-736120C9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2B6DF1F-AB31-B9ED-F4F9-9E2985FC0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64" y="671127"/>
            <a:ext cx="5706271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7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A0F1-301C-D428-7F94-F90A6984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372863F-64CB-FE14-5F44-27E0F153C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996" y="909286"/>
            <a:ext cx="5792008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6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F9A1-2A81-4401-D4F1-D0909442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F1A8F7-96B1-5BCB-AAA4-CFD90B1D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471074"/>
            <a:ext cx="5696745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49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FA0658D-BC62-572D-7DCE-C5BF6CEDA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85" y="613969"/>
            <a:ext cx="5582429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83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2FF67C7-35DA-92C7-41B2-D100D86E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38" y="1266523"/>
            <a:ext cx="5725324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41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FA379AA-717B-C59C-E68B-229AD72BA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80" y="1023602"/>
            <a:ext cx="5658640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23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8BDFAEB-97E6-F9A8-54DF-D6CD1AAE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75" y="2414446"/>
            <a:ext cx="573485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78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주기헌</dc:creator>
  <cp:lastModifiedBy>주기헌</cp:lastModifiedBy>
  <cp:revision>3</cp:revision>
  <dcterms:created xsi:type="dcterms:W3CDTF">2025-12-08T01:30:49Z</dcterms:created>
  <dcterms:modified xsi:type="dcterms:W3CDTF">2025-12-08T06:11:33Z</dcterms:modified>
</cp:coreProperties>
</file>