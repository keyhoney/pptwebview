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66" r:id="rId4"/>
    <p:sldId id="267" r:id="rId5"/>
    <p:sldId id="268" r:id="rId6"/>
    <p:sldId id="270" r:id="rId7"/>
    <p:sldId id="271" r:id="rId8"/>
    <p:sldId id="272" r:id="rId9"/>
    <p:sldId id="273" r:id="rId10"/>
    <p:sldId id="269" r:id="rId11"/>
    <p:sldId id="274" r:id="rId12"/>
    <p:sldId id="275" r:id="rId13"/>
    <p:sldId id="276" r:id="rId14"/>
    <p:sldId id="277" r:id="rId15"/>
    <p:sldId id="278" r:id="rId16"/>
    <p:sldId id="281" r:id="rId17"/>
    <p:sldId id="282" r:id="rId18"/>
    <p:sldId id="283" r:id="rId19"/>
    <p:sldId id="284" r:id="rId20"/>
    <p:sldId id="279" r:id="rId21"/>
    <p:sldId id="280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004254-2F3C-073F-F5FF-1510AA2A6E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8E8E8FC-1AF6-C6D6-C8EE-9F5D21CBD9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ADAE62-DBF2-09BD-1485-58730D524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13C1E-5C95-41F8-9BA7-3341236A6BF5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990FFA-A565-DBCB-9B11-9880B2878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CFED66-24AC-C173-FDDF-1E9825983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48173-97C2-4E6A-B5C7-D3859FFF9A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2399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B55D11-656D-633C-0732-D46E7B02D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B987AA-657C-8B81-3E53-E5F348C41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F60C40-D0FB-22FC-201A-20047582F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13C1E-5C95-41F8-9BA7-3341236A6BF5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7CCFA4-227A-7A17-4F0C-BEF8B32A8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886E67-29F1-3315-E787-B6129B67D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48173-97C2-4E6A-B5C7-D3859FFF9A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3276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FC484A-2EA6-513A-2971-10A892E0A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5417A5-0212-539D-660C-80B1B74EAE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736E1E-D4EF-9E20-0411-E4BF526E8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13C1E-5C95-41F8-9BA7-3341236A6BF5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F9EC86-75D7-7C45-74FC-C99A2C979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158797-B908-6CFD-4D5B-374BB4DE3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48173-97C2-4E6A-B5C7-D3859FFF9A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4249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45EC32-E5CB-4623-5957-B3CE8B774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E728E2-4AEB-42B8-161B-D0B52C6C63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792D61E-83C3-5D4A-9CCB-0A8D29F47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72DA08-149B-5F7C-21CF-4BFD1B516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13C1E-5C95-41F8-9BA7-3341236A6BF5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E37DBC5-CFE0-18BB-16D3-5C4008B41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2758783-E82A-8D2B-7954-A7B289D02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48173-97C2-4E6A-B5C7-D3859FFF9A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5602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75FD7B-ADC8-95BC-7DAF-7CC79C82F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6E4A0B-7AB9-5B77-EA8B-89C05F926F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4AA351D-A6C5-3C8C-CA1E-1CF3E641B4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2A2F1B6-5B73-0139-D70B-F4FC355CF0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7FFE127-B458-CF49-F766-13DC3A3994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AB37C55-A561-7AC3-CE85-DAA8A27B1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13C1E-5C95-41F8-9BA7-3341236A6BF5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138822A-B4AB-5A46-933E-E9213F412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AA95A6A-2370-8F9A-8DB3-99E866E92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48173-97C2-4E6A-B5C7-D3859FFF9A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4048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E2F2F4-0DE4-8F3F-E20C-D5BFE3154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A17D87A-E4C8-CD24-41C9-C239B7C1C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13C1E-5C95-41F8-9BA7-3341236A6BF5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99D29F6-0907-045C-CAE4-3907EBC3D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ADA1AE5-6E97-7762-CB66-91A9B437E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48173-97C2-4E6A-B5C7-D3859FFF9A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3913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187F7CE-7E87-2EAF-B79C-AD99CD58A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13C1E-5C95-41F8-9BA7-3341236A6BF5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3F953A7-4DBD-A2C8-A9FA-907B16E84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8F2783-0A7C-1C07-1C3B-3AE637262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48173-97C2-4E6A-B5C7-D3859FFF9A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9356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E80EC0-5011-A523-5AF3-0B2B3FECF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2CC27D-1739-B7D1-1558-46CE99420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1BFBA18-E544-72AA-4083-292BB6C739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02BBCD2-8315-5EEA-4D19-A0112989B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13C1E-5C95-41F8-9BA7-3341236A6BF5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C254DBA-900F-389A-4385-3A466FDE3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EA5A9F7-4C0A-3F8D-F863-73B96EDF0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48173-97C2-4E6A-B5C7-D3859FFF9A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6819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F742A6-4374-BD4D-E526-3DFE11C17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A7ABDD4-161E-E9B1-9478-A82837E462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2928292-4D65-DF53-F778-760D53CBD1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5832CA-B536-FD25-E797-2368D0214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13C1E-5C95-41F8-9BA7-3341236A6BF5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850A59-89A6-E577-2D33-89709E8AE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6C7F8BE-63FC-EADE-D7B2-3A625BC55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48173-97C2-4E6A-B5C7-D3859FFF9A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8473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9CA5FC-F72C-B331-DCDC-6EE38955A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99AE9D8-AF54-B922-D5F9-43A29CFCDD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B4B4F4-FF1D-72DF-264C-970BAAB54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13C1E-5C95-41F8-9BA7-3341236A6BF5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CB52CB-488C-5308-8332-DF27A6A4C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04AE24-96C9-BF88-C34F-D9D49FE73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48173-97C2-4E6A-B5C7-D3859FFF9A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4949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D617604-89F1-DC4E-DAA5-7C8B9AA5FA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73BABED-C972-B72F-03CC-B71F1E6CA5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0D83E8-A037-BF05-C03A-8BD485C05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13C1E-5C95-41F8-9BA7-3341236A6BF5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C6EEF0-72C7-63B1-E7BA-A9856ED1C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CB575F-BB2D-5180-2E79-522A9364A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48173-97C2-4E6A-B5C7-D3859FFF9A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908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79702BE-E5E8-4B35-A40C-89D6770E7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646EC09-6B13-B0E6-4178-1AF315684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9A90C4-232D-6E9B-3745-70CCB06342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D13C1E-5C95-41F8-9BA7-3341236A6BF5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0DE388-232A-FF14-2963-99B332B64D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17FA50-D003-B2EC-45FF-7A22BB7693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048173-97C2-4E6A-B5C7-D3859FFF9A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8109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0B4C1-1384-B38D-4CD2-A7B1449D6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19FABED-569A-899B-DFCA-971B202A1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831824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E884E7C-84BF-D3AC-5E52-9C5D73AF3C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571" y="2495356"/>
            <a:ext cx="10440857" cy="278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829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6642A-0F3F-BC24-4810-CBECB26F3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E0CFC326-DC83-5283-7B24-8203A3CA9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519" y="837838"/>
            <a:ext cx="10478962" cy="5182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785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9230D-0F3F-7159-F6CB-57C23A885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81537D8F-AD49-9924-0A2A-033BBE1EC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50" y="1923840"/>
            <a:ext cx="10383699" cy="301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212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836D6-A41F-C62A-0203-244C3DF79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174DD087-3B21-FB00-F52F-4A6E3153BA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677" y="1523734"/>
            <a:ext cx="10364646" cy="3810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495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3B541-2A36-3495-7345-5E39A6792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02B18EEB-EFE0-2DF1-E560-5DC087546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387" y="1728550"/>
            <a:ext cx="10393225" cy="340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393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D265A-EBA2-CD26-BFE7-B834E2F07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96E5129B-857E-95B8-40E8-D28AD4275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916381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A00AD70-729F-A639-944A-EF98EA995C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931" y="2323826"/>
            <a:ext cx="10307488" cy="392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782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13C03-EB61-0D33-F068-3964E2422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70799F43-27F8-9578-EBCD-020BEB5FD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099" y="1852392"/>
            <a:ext cx="8611802" cy="315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161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DA1A8-4A5B-C2E3-CE16-9B8D34405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7BEB162-C9D2-3A0E-79B6-0996E6EBC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283" y="2309656"/>
            <a:ext cx="8659433" cy="223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308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7B5D3-97F1-419D-C2C1-C6B5D3FE9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4FA3BB81-D53C-4189-D015-E1A2B05E5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020" y="1876208"/>
            <a:ext cx="8487960" cy="310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3906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79C64-2DED-26F3-87F4-288FBC2FE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1A3E30F-2B28-51C3-6DBB-7F1B69C5E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520" y="1276049"/>
            <a:ext cx="8668960" cy="430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388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7E0567F-D6ED-9AFE-F42F-5782BBFD6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97" y="0"/>
            <a:ext cx="11326806" cy="179095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526E2D9-9C7E-A0D6-8F21-C7ECBB0A04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2355" y="2628950"/>
            <a:ext cx="8621328" cy="341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341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45686-C20E-B4A2-C8DA-6F0586D87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A186AE5-A7AD-D7B5-AF68-93D88D21A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204" y="2142945"/>
            <a:ext cx="8535591" cy="257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1983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09100-1B80-0232-7B39-54D152473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4626246E-D721-5400-514E-F43C98DB2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520" y="390101"/>
            <a:ext cx="8668960" cy="6077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8424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02D6C-E33A-11B0-C738-820ED087C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157983ED-A7B4-5A0A-6CB7-DBEB51D1F1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23" y="2161998"/>
            <a:ext cx="11307753" cy="2534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275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9C51F-EFDE-BDB5-6DE1-59C286390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E791B582-446C-A691-5540-8C4D86A14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0128" y="2109603"/>
            <a:ext cx="4791744" cy="263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8208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F1D95-EDD8-7E5C-6149-52AD9AA5E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9CD99569-B083-B3C5-175B-E782253A8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4497" y="2752630"/>
            <a:ext cx="4163006" cy="135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8701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DD714-A020-7F95-3388-533703312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FB1099AD-916F-AEA5-65EC-DD8F7C430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549" y="2314419"/>
            <a:ext cx="4848902" cy="222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6793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22D33-4394-7194-9164-F8720E4A3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E8470CCF-A5DC-F270-3A7A-1336E90C9D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2970" y="2743104"/>
            <a:ext cx="4906060" cy="1371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8338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45392-2E23-7609-0E20-837D3C2AD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E669496B-528D-946A-2122-30A6D34A8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6786" y="2028629"/>
            <a:ext cx="4858428" cy="280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2858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F5EAD-C0C9-A000-C284-A114C9767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0A2AB61E-6EC4-6E85-A929-9725D0FA2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3944" y="1833340"/>
            <a:ext cx="4744112" cy="319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7024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99F8B-CFDC-DE26-C2B6-F72673EF2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1BC16E91-47AA-383E-542C-69C16F0A4B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8707" y="2342998"/>
            <a:ext cx="4734586" cy="217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067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0</Words>
  <Application>Microsoft Office PowerPoint</Application>
  <PresentationFormat>와이드스크린</PresentationFormat>
  <Paragraphs>0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4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주기헌</dc:creator>
  <cp:lastModifiedBy>주기헌</cp:lastModifiedBy>
  <cp:revision>2</cp:revision>
  <dcterms:created xsi:type="dcterms:W3CDTF">2025-12-08T01:30:49Z</dcterms:created>
  <dcterms:modified xsi:type="dcterms:W3CDTF">2025-12-08T06:00:56Z</dcterms:modified>
</cp:coreProperties>
</file>